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Inspection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Minor corrosion observed on joint A-12.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Schedule maintenance within 30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immediate safety risk identified.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