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Inspection Findings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Areas Inspected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Office 2. Restroom 3. Kitchen 4. Storage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Inspection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week, we inspected the following areas: 1. Office 2. Restroom 3. Kitchen 4. Storage Area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