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Pipeline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valves operational.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 &amp; 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---</a:t>
            </a:r>
          </a:p>
          <a:p>
            <a:r>
              <a:t>Generated by: qwen2.5:1.5b-instruct (local, offline)</a:t>
            </a:r>
          </a:p>
          <a:p>
            <a:r>
              <a:t>Task type: document</a:t>
            </a:r>
          </a:p>
          <a:p>
            <a:r>
              <a:t>Timestamp: 2026-08-28T07:11:11.395994</a:t>
            </a:r>
          </a:p>
          <a:p>
            <a:r>
              <a:t>Source document(s): SOP_Valve_Maintenance_Rev3.txt (SHA-256: f3f1507a30e8c32b...)</a:t>
            </a:r>
          </a:p>
          <a:p>
            <a:r>
              <a:t>Network status: Verified offline — zero external calls during generation</a:t>
            </a:r>
          </a:p>
          <a:p>
            <a:r>
              <a:t>System: Sovereign Workbench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